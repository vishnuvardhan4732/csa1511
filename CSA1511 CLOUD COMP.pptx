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jpe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73" r:id="rId2"/>
    <p:sldId id="277" r:id="rId3"/>
    <p:sldId id="257" r:id="rId4"/>
    <p:sldId id="275" r:id="rId5"/>
    <p:sldId id="283" r:id="rId6"/>
    <p:sldId id="285" r:id="rId7"/>
    <p:sldId id="274" r:id="rId8"/>
    <p:sldId id="291" r:id="rId9"/>
    <p:sldId id="292" r:id="rId10"/>
    <p:sldId id="278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EF922A-16BA-40EA-9264-2B62303BD830}" v="3" dt="2026-06-22T07:51:37.3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70" autoAdjust="0"/>
    <p:restoredTop sz="94660"/>
  </p:normalViewPr>
  <p:slideViewPr>
    <p:cSldViewPr>
      <p:cViewPr varScale="1">
        <p:scale>
          <a:sx n="79" d="100"/>
          <a:sy n="79" d="100"/>
        </p:scale>
        <p:origin x="40" y="132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ari vishnuvardhan" userId="a5ebf61bddae72dd" providerId="LiveId" clId="{48E6BD6C-8128-4AAB-8E81-314FA2E48D5F}"/>
    <pc:docChg chg="undo custSel modSld">
      <pc:chgData name="talari vishnuvardhan" userId="a5ebf61bddae72dd" providerId="LiveId" clId="{48E6BD6C-8128-4AAB-8E81-314FA2E48D5F}" dt="2026-06-22T07:52:09.319" v="196" actId="207"/>
      <pc:docMkLst>
        <pc:docMk/>
      </pc:docMkLst>
      <pc:sldChg chg="modSp mod">
        <pc:chgData name="talari vishnuvardhan" userId="a5ebf61bddae72dd" providerId="LiveId" clId="{48E6BD6C-8128-4AAB-8E81-314FA2E48D5F}" dt="2026-06-22T07:44:39.167" v="183" actId="14100"/>
        <pc:sldMkLst>
          <pc:docMk/>
          <pc:sldMk cId="680203451" sldId="273"/>
        </pc:sldMkLst>
        <pc:spChg chg="mod">
          <ac:chgData name="talari vishnuvardhan" userId="a5ebf61bddae72dd" providerId="LiveId" clId="{48E6BD6C-8128-4AAB-8E81-314FA2E48D5F}" dt="2026-06-22T07:44:39.167" v="183" actId="14100"/>
          <ac:spMkLst>
            <pc:docMk/>
            <pc:sldMk cId="680203451" sldId="273"/>
            <ac:spMk id="8" creationId="{00000000-0000-0000-0000-000000000000}"/>
          </ac:spMkLst>
        </pc:spChg>
        <pc:spChg chg="mod">
          <ac:chgData name="talari vishnuvardhan" userId="a5ebf61bddae72dd" providerId="LiveId" clId="{48E6BD6C-8128-4AAB-8E81-314FA2E48D5F}" dt="2026-06-22T07:43:04.068" v="98" actId="255"/>
          <ac:spMkLst>
            <pc:docMk/>
            <pc:sldMk cId="680203451" sldId="273"/>
            <ac:spMk id="11" creationId="{00000000-0000-0000-0000-000000000000}"/>
          </ac:spMkLst>
        </pc:spChg>
        <pc:spChg chg="mod">
          <ac:chgData name="talari vishnuvardhan" userId="a5ebf61bddae72dd" providerId="LiveId" clId="{48E6BD6C-8128-4AAB-8E81-314FA2E48D5F}" dt="2026-06-22T07:44:12.920" v="156" actId="20577"/>
          <ac:spMkLst>
            <pc:docMk/>
            <pc:sldMk cId="680203451" sldId="273"/>
            <ac:spMk id="13" creationId="{00000000-0000-0000-0000-000000000000}"/>
          </ac:spMkLst>
        </pc:spChg>
      </pc:sldChg>
      <pc:sldChg chg="addSp delSp modSp mod">
        <pc:chgData name="talari vishnuvardhan" userId="a5ebf61bddae72dd" providerId="LiveId" clId="{48E6BD6C-8128-4AAB-8E81-314FA2E48D5F}" dt="2026-06-22T07:52:09.319" v="196" actId="207"/>
        <pc:sldMkLst>
          <pc:docMk/>
          <pc:sldMk cId="1784026776" sldId="297"/>
        </pc:sldMkLst>
        <pc:spChg chg="add del">
          <ac:chgData name="talari vishnuvardhan" userId="a5ebf61bddae72dd" providerId="LiveId" clId="{48E6BD6C-8128-4AAB-8E81-314FA2E48D5F}" dt="2026-06-22T07:51:02.105" v="187" actId="22"/>
          <ac:spMkLst>
            <pc:docMk/>
            <pc:sldMk cId="1784026776" sldId="297"/>
            <ac:spMk id="3" creationId="{F5594148-9EFD-720B-18D7-A8EDFED8D08B}"/>
          </ac:spMkLst>
        </pc:spChg>
        <pc:spChg chg="mod">
          <ac:chgData name="talari vishnuvardhan" userId="a5ebf61bddae72dd" providerId="LiveId" clId="{48E6BD6C-8128-4AAB-8E81-314FA2E48D5F}" dt="2026-06-22T07:52:09.319" v="196" actId="207"/>
          <ac:spMkLst>
            <pc:docMk/>
            <pc:sldMk cId="1784026776" sldId="297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16133"/>
            <a:ext cx="3505200" cy="17346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6" y="2031357"/>
            <a:ext cx="3313355" cy="127662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6" y="3315810"/>
            <a:ext cx="3309803" cy="94547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137621"/>
            <a:ext cx="2133600" cy="563236"/>
          </a:xfrm>
        </p:spPr>
        <p:txBody>
          <a:bodyPr anchor="b"/>
          <a:lstStyle>
            <a:lvl1pPr algn="l">
              <a:defRPr sz="2400"/>
            </a:lvl1pPr>
          </a:lstStyle>
          <a:p>
            <a:fld id="{0A98AF03-7270-45C2-A683-C5E353EF01A5}" type="datetime4">
              <a:rPr lang="en-US" smtClean="0"/>
              <a:pPr/>
              <a:t>July 22, 2026</a:t>
            </a:fld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4289975"/>
            <a:ext cx="2831592" cy="273844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4289975"/>
            <a:ext cx="643666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93482-8E69-40F7-BCAD-5662A6CADB27}" type="datetime4">
              <a:rPr lang="en-US" smtClean="0"/>
              <a:pPr/>
              <a:t>July 22,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175622"/>
            <a:ext cx="6637468" cy="1021556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6" y="3200400"/>
            <a:ext cx="6637467" cy="114031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7EAE1-CAAC-4AEF-919E-158692B1E55E}" type="datetime4">
              <a:rPr lang="en-US" smtClean="0"/>
              <a:pPr/>
              <a:t>July 22,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5A706-D8F2-4D1A-855A-CADC92600C26}" type="datetime4">
              <a:rPr lang="en-US" smtClean="0"/>
              <a:pPr/>
              <a:t>July 22,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1735074"/>
            <a:ext cx="3419856" cy="26197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1735073"/>
            <a:ext cx="3419856" cy="26197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1737007"/>
            <a:ext cx="3057148" cy="47982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231021"/>
            <a:ext cx="3419856" cy="21268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8" y="1737007"/>
            <a:ext cx="3055717" cy="47982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231021"/>
            <a:ext cx="3419856" cy="21268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4F123-1704-49AC-9D15-C4B1462B8014}" type="datetime4">
              <a:rPr lang="en-US" smtClean="0"/>
              <a:pPr/>
              <a:t>July 22,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7EC2-47FB-48A1-8644-C8A81DDAA119}" type="datetime4">
              <a:rPr lang="en-US" smtClean="0"/>
              <a:pPr/>
              <a:t>July 22,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EC3ED-7435-49F9-84C8-03CCA2F8DEDB}" type="datetime4">
              <a:rPr lang="en-US" smtClean="0"/>
              <a:pPr/>
              <a:t>July 22,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49BF1-FCD3-4395-8FF6-0047AF66228E}" type="datetime4">
              <a:rPr lang="en-US" smtClean="0"/>
              <a:pPr/>
              <a:t>July 22,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2" y="451413"/>
            <a:ext cx="3562257" cy="423633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642395"/>
            <a:ext cx="3090440" cy="3863051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4293627"/>
            <a:ext cx="3493664" cy="273844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1993076"/>
            <a:ext cx="3304572" cy="109736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3102746"/>
            <a:ext cx="3298784" cy="113842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2" y="451413"/>
            <a:ext cx="3562257" cy="4236334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4566213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1995678"/>
            <a:ext cx="3300984" cy="109728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9" y="520346"/>
            <a:ext cx="3359623" cy="4101084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1" y="3099816"/>
            <a:ext cx="3300573" cy="113967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61222-2C8B-4501-BE87-6797EC025925}" type="datetime4">
              <a:rPr lang="en-US" smtClean="0"/>
              <a:pPr/>
              <a:t>July 22,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4293627"/>
            <a:ext cx="3493664" cy="273844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B5AFD-D735-4504-A039-ADEBB6448D55}" type="datetime4">
              <a:rPr lang="en-US" smtClean="0"/>
              <a:pPr/>
              <a:t>July 22,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772610"/>
            <a:ext cx="1484453" cy="358525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772610"/>
            <a:ext cx="5423704" cy="358525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C8118-FB93-4E87-B380-0175F2FE2167}" type="datetime4">
              <a:rPr lang="en-US" smtClean="0"/>
              <a:pPr/>
              <a:t>July 22,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51435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250116"/>
            <a:ext cx="8229600" cy="463923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16133"/>
            <a:ext cx="3679116" cy="52443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770748"/>
            <a:ext cx="7024744" cy="857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3" y="1742739"/>
            <a:ext cx="6777317" cy="2631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16836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16C01193-8287-4834-A286-6B880643E934}" type="datetime4">
              <a:rPr lang="en-US" smtClean="0"/>
              <a:pPr/>
              <a:t>July 22,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4389120"/>
            <a:ext cx="350215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168369"/>
            <a:ext cx="13321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EC3ED-7435-49F9-84C8-03CCA2F8DEDB}" type="datetime4">
              <a:rPr lang="en-US" smtClean="0">
                <a:latin typeface="Times New Roman" pitchFamily="18" charset="0"/>
                <a:cs typeface="Times New Roman" pitchFamily="18" charset="0"/>
              </a:rPr>
              <a:pPr/>
              <a:t>July 22, 2026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Freeform 4"/>
          <p:cNvSpPr/>
          <p:nvPr/>
        </p:nvSpPr>
        <p:spPr>
          <a:xfrm>
            <a:off x="971600" y="627534"/>
            <a:ext cx="6912768" cy="864096"/>
          </a:xfrm>
          <a:custGeom>
            <a:avLst/>
            <a:gdLst/>
            <a:ahLst/>
            <a:cxnLst/>
            <a:rect l="l" t="t" r="r" b="b"/>
            <a:pathLst>
              <a:path w="13708378" h="1764954">
                <a:moveTo>
                  <a:pt x="0" y="0"/>
                </a:moveTo>
                <a:lnTo>
                  <a:pt x="13708378" y="0"/>
                </a:lnTo>
                <a:lnTo>
                  <a:pt x="13708378" y="1764954"/>
                </a:lnTo>
                <a:lnTo>
                  <a:pt x="0" y="1764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04332" y="1709976"/>
            <a:ext cx="7512084" cy="81913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algn="ctr">
              <a:lnSpc>
                <a:spcPts val="2953"/>
              </a:lnSpc>
              <a:spcBef>
                <a:spcPct val="0"/>
              </a:spcBef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Artificial Intelligence and Machine Learning in Cloud Platforms</a:t>
            </a:r>
            <a:endParaRPr lang="en-IN" sz="20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75656" y="2579229"/>
            <a:ext cx="671108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CSA1511 - CLOUD COMPUTING AND BIG DATA  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5809" y="3360256"/>
            <a:ext cx="1745991" cy="5796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3781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1256A3"/>
                </a:solidFill>
                <a:latin typeface="Times New Roman" pitchFamily="18" charset="0"/>
                <a:ea typeface="Garet Bold"/>
                <a:cs typeface="Times New Roman" pitchFamily="18" charset="0"/>
                <a:sym typeface="Garet Bold"/>
              </a:rPr>
              <a:t>PRESENTED BY</a:t>
            </a:r>
          </a:p>
        </p:txBody>
      </p:sp>
      <p:sp>
        <p:nvSpPr>
          <p:cNvPr id="11" name="Rectangle 10"/>
          <p:cNvSpPr/>
          <p:nvPr/>
        </p:nvSpPr>
        <p:spPr>
          <a:xfrm rot="10800000" flipV="1">
            <a:off x="636889" y="4095969"/>
            <a:ext cx="4983778" cy="417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Garet Bold"/>
                <a:cs typeface="Times New Roman" pitchFamily="18" charset="0"/>
                <a:sym typeface="Garet Bold"/>
              </a:rPr>
              <a:t>TALARI VISHNUVARDHAN (192572091)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192" y="3507854"/>
            <a:ext cx="1382494" cy="505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3769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1256A3"/>
                </a:solidFill>
                <a:latin typeface="Times New Roman" pitchFamily="18" charset="0"/>
                <a:ea typeface="Garet Bold"/>
                <a:cs typeface="Times New Roman" pitchFamily="18" charset="0"/>
                <a:sym typeface="Garet Bold"/>
              </a:rPr>
              <a:t>GUIDED BY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0667" y="4083918"/>
            <a:ext cx="2656463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en-US" dirty="0">
                <a:solidFill>
                  <a:srgbClr val="2B2B2B"/>
                </a:solidFill>
                <a:latin typeface="Times New Roman" pitchFamily="18" charset="0"/>
                <a:ea typeface="Garet Bold"/>
                <a:cs typeface="Times New Roman" pitchFamily="18" charset="0"/>
                <a:sym typeface="Garet Bold"/>
              </a:rPr>
              <a:t>          </a:t>
            </a:r>
            <a:r>
              <a:rPr lang="en-US" dirty="0" err="1">
                <a:solidFill>
                  <a:srgbClr val="2B2B2B"/>
                </a:solidFill>
                <a:latin typeface="Times New Roman" pitchFamily="18" charset="0"/>
                <a:ea typeface="Garet Bold"/>
                <a:cs typeface="Times New Roman" pitchFamily="18" charset="0"/>
                <a:sym typeface="Garet Bold"/>
              </a:rPr>
              <a:t>Dr.R.Hemavathi</a:t>
            </a:r>
            <a:endParaRPr lang="en-US" dirty="0">
              <a:solidFill>
                <a:srgbClr val="2B2B2B"/>
              </a:solidFill>
              <a:latin typeface="Times New Roman" pitchFamily="18" charset="0"/>
              <a:ea typeface="Garet Bold"/>
              <a:cs typeface="Times New Roman" pitchFamily="18" charset="0"/>
              <a:sym typeface="Garet Bold"/>
            </a:endParaRPr>
          </a:p>
        </p:txBody>
      </p:sp>
    </p:spTree>
    <p:extLst>
      <p:ext uri="{BB962C8B-B14F-4D97-AF65-F5344CB8AC3E}">
        <p14:creationId xmlns:p14="http://schemas.microsoft.com/office/powerpoint/2010/main" val="680203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C4846-44FD-30AA-BD20-107E4B37C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564" y="555526"/>
            <a:ext cx="1446064" cy="298709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1600" dirty="0"/>
              <a:t>                       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AGENDA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40E076-23EC-65D1-2134-8EB3B6F8A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A40544-6EF6-D702-DEFB-A11DF47E3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892330"/>
              </p:ext>
            </p:extLst>
          </p:nvPr>
        </p:nvGraphicFramePr>
        <p:xfrm>
          <a:off x="899592" y="987574"/>
          <a:ext cx="7344816" cy="210497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296143">
                  <a:extLst>
                    <a:ext uri="{9D8B030D-6E8A-4147-A177-3AD203B41FA5}">
                      <a16:colId xmlns:a16="http://schemas.microsoft.com/office/drawing/2014/main" val="1509298229"/>
                    </a:ext>
                  </a:extLst>
                </a:gridCol>
                <a:gridCol w="4427747">
                  <a:extLst>
                    <a:ext uri="{9D8B030D-6E8A-4147-A177-3AD203B41FA5}">
                      <a16:colId xmlns:a16="http://schemas.microsoft.com/office/drawing/2014/main" val="1057341905"/>
                    </a:ext>
                  </a:extLst>
                </a:gridCol>
                <a:gridCol w="1620926">
                  <a:extLst>
                    <a:ext uri="{9D8B030D-6E8A-4147-A177-3AD203B41FA5}">
                      <a16:colId xmlns:a16="http://schemas.microsoft.com/office/drawing/2014/main" val="1249277283"/>
                    </a:ext>
                  </a:extLst>
                </a:gridCol>
              </a:tblGrid>
              <a:tr h="3420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SLIDE NO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2428744901"/>
                  </a:ext>
                </a:extLst>
              </a:tr>
              <a:tr h="39402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3400530397"/>
                  </a:ext>
                </a:extLst>
              </a:tr>
              <a:tr h="34223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</a:t>
                      </a:r>
                      <a:r>
                        <a:rPr lang="en-US" sz="1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Statement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3711644046"/>
                  </a:ext>
                </a:extLst>
              </a:tr>
              <a:tr h="34223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427668528"/>
                  </a:ext>
                </a:extLst>
              </a:tr>
              <a:tr h="34223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4009464661"/>
                  </a:ext>
                </a:extLst>
              </a:tr>
              <a:tr h="34223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</a:t>
                      </a:r>
                      <a:r>
                        <a:rPr lang="en-US" sz="1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Scope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4140590622"/>
                  </a:ext>
                </a:extLst>
              </a:tr>
            </a:tbl>
          </a:graphicData>
        </a:graphic>
      </p:graphicFrame>
      <p:pic>
        <p:nvPicPr>
          <p:cNvPr id="4" name="Picture 3" descr="Simats Engineering | Chennai">
            <a:extLst>
              <a:ext uri="{FF2B5EF4-FFF2-40B4-BE49-F238E27FC236}">
                <a16:creationId xmlns:a16="http://schemas.microsoft.com/office/drawing/2014/main" id="{723E15B1-28C9-5C49-A9D4-E56A67F29A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75" b="38421"/>
          <a:stretch>
            <a:fillRect/>
          </a:stretch>
        </p:blipFill>
        <p:spPr bwMode="auto">
          <a:xfrm>
            <a:off x="0" y="-44463"/>
            <a:ext cx="2708585" cy="69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College of Physiotherapy - SCPT (@SCPTOfficialPage) • Facebook">
            <a:extLst>
              <a:ext uri="{FF2B5EF4-FFF2-40B4-BE49-F238E27FC236}">
                <a16:creationId xmlns:a16="http://schemas.microsoft.com/office/drawing/2014/main" id="{48651B55-018E-3616-977D-01D3F22024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71" b="25531"/>
          <a:stretch>
            <a:fillRect/>
          </a:stretch>
        </p:blipFill>
        <p:spPr bwMode="auto">
          <a:xfrm>
            <a:off x="6844064" y="0"/>
            <a:ext cx="2299936" cy="64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528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9792" y="627534"/>
            <a:ext cx="4032448" cy="576064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265688"/>
            <a:ext cx="8136904" cy="3394294"/>
          </a:xfrm>
        </p:spPr>
        <p:txBody>
          <a:bodyPr>
            <a:noAutofit/>
          </a:bodyPr>
          <a:lstStyle/>
          <a:p>
            <a:pPr marL="6858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ML enable computers to learn from data and make intelligent decisions.</a:t>
            </a:r>
          </a:p>
          <a:p>
            <a:pPr marL="6858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 provide computing power, storage, and AI services over the internet.</a:t>
            </a:r>
          </a:p>
          <a:p>
            <a:pPr marL="6858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combination of AI, ML, and cloud computing helps build smart and scalable applications. </a:t>
            </a:r>
          </a:p>
          <a:p>
            <a:pPr marL="6858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providers like AWS, Microsoft Azure, and Google Cloud offer ready-to-use AI and ML tools.</a:t>
            </a:r>
          </a:p>
          <a:p>
            <a:pPr marL="6858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AI-powered cloud platforms are widely used in healthcare, finance, retail, and education to improve efficiency and innovation.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 descr="Simats Engineering | Chennai">
            <a:extLst>
              <a:ext uri="{FF2B5EF4-FFF2-40B4-BE49-F238E27FC236}">
                <a16:creationId xmlns:a16="http://schemas.microsoft.com/office/drawing/2014/main" id="{BBF4AA6A-E50C-640F-0168-0198F5E920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75" b="38421"/>
          <a:stretch>
            <a:fillRect/>
          </a:stretch>
        </p:blipFill>
        <p:spPr bwMode="auto">
          <a:xfrm>
            <a:off x="0" y="-44463"/>
            <a:ext cx="2708585" cy="69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College of Physiotherapy - SCPT (@SCPTOfficialPage) • Facebook">
            <a:extLst>
              <a:ext uri="{FF2B5EF4-FFF2-40B4-BE49-F238E27FC236}">
                <a16:creationId xmlns:a16="http://schemas.microsoft.com/office/drawing/2014/main" id="{48651B55-018E-3616-977D-01D3F22024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71" b="25531"/>
          <a:stretch>
            <a:fillRect/>
          </a:stretch>
        </p:blipFill>
        <p:spPr bwMode="auto">
          <a:xfrm>
            <a:off x="6844064" y="0"/>
            <a:ext cx="2299936" cy="64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726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6141" y="595086"/>
            <a:ext cx="3210615" cy="5132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rmAutofit fontScale="90000"/>
          </a:bodyPr>
          <a:lstStyle/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PROBLEM STATEMENT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383618"/>
            <a:ext cx="7704856" cy="3132348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  <a:buFont typeface="Arial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infrastructure cost makes it difficult for organizations to develop and deploy AI/ML applications on local systems. </a:t>
            </a:r>
          </a:p>
          <a:p>
            <a:pPr algn="just">
              <a:buClr>
                <a:schemeClr val="tx1"/>
              </a:buClr>
              <a:buFont typeface="Arial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large volumes of data requires scalable computing resources that traditional systems cannot efficiently provide. </a:t>
            </a:r>
          </a:p>
          <a:p>
            <a:pPr algn="just">
              <a:buClr>
                <a:schemeClr val="tx1"/>
              </a:buClr>
              <a:buFont typeface="Arial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Deploying and managing AI models is complex without cloud-based automation and monitoring services. </a:t>
            </a:r>
          </a:p>
          <a:p>
            <a:pPr algn="just">
              <a:buClr>
                <a:schemeClr val="tx1"/>
              </a:buClr>
              <a:buFont typeface="Arial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analysis is challenging due to limited computing power and storage in on-premises environments. </a:t>
            </a:r>
          </a:p>
          <a:p>
            <a:pPr algn="just">
              <a:buClr>
                <a:schemeClr val="tx1"/>
              </a:buClr>
              <a:buFont typeface="Arial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need secure, scalable, and cost-effective AI solutions to improve decision-making and business performance</a:t>
            </a:r>
            <a:r>
              <a:rPr lang="en-IN" sz="2000" dirty="0"/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55059" y="1676979"/>
            <a:ext cx="1332156" cy="273844"/>
          </a:xfrm>
        </p:spPr>
        <p:txBody>
          <a:bodyPr/>
          <a:lstStyle/>
          <a:p>
            <a:fld id="{8B37D5FE-740C-46F5-801A-FA5477D9711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 descr="Simats Engineering | Chennai">
            <a:extLst>
              <a:ext uri="{FF2B5EF4-FFF2-40B4-BE49-F238E27FC236}">
                <a16:creationId xmlns:a16="http://schemas.microsoft.com/office/drawing/2014/main" id="{E2AB0AAE-9376-782E-8F05-6A719D9C26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75" b="38421"/>
          <a:stretch>
            <a:fillRect/>
          </a:stretch>
        </p:blipFill>
        <p:spPr bwMode="auto">
          <a:xfrm>
            <a:off x="0" y="-44463"/>
            <a:ext cx="2708585" cy="69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814138C-CCC2-52B2-A62E-C1087D4F0DB7}"/>
              </a:ext>
            </a:extLst>
          </p:cNvPr>
          <p:cNvSpPr txBox="1">
            <a:spLocks/>
          </p:cNvSpPr>
          <p:nvPr/>
        </p:nvSpPr>
        <p:spPr>
          <a:xfrm>
            <a:off x="4649096" y="168369"/>
            <a:ext cx="13321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37D5FE-740C-46F5-801A-FA5477D9711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" name="Picture 9" descr="Saveetha College of Physiotherapy - SCPT (@SCPTOfficialPage) • Facebook">
            <a:extLst>
              <a:ext uri="{FF2B5EF4-FFF2-40B4-BE49-F238E27FC236}">
                <a16:creationId xmlns:a16="http://schemas.microsoft.com/office/drawing/2014/main" id="{48651B55-018E-3616-977D-01D3F22024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71" b="25531"/>
          <a:stretch>
            <a:fillRect/>
          </a:stretch>
        </p:blipFill>
        <p:spPr bwMode="auto">
          <a:xfrm>
            <a:off x="6844064" y="0"/>
            <a:ext cx="2299936" cy="64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9617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6141" y="595086"/>
            <a:ext cx="3210615" cy="5132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OBJECTIVE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980" y="1395686"/>
            <a:ext cx="4589666" cy="3296744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role of Artificial Intelligence (AI) and Machine Learning (ML) in cloud computing.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explain the architecture and working of AI/ML services on cloud platforms. 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explore the real-world applications and industry benefits of AI and ML in cloud environments.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55059" y="1676979"/>
            <a:ext cx="1332156" cy="273844"/>
          </a:xfrm>
        </p:spPr>
        <p:txBody>
          <a:bodyPr/>
          <a:lstStyle/>
          <a:p>
            <a:fld id="{8B37D5FE-740C-46F5-801A-FA5477D9711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320CE6-E5B5-2F8F-7879-396B7CD9F7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46815" y="1395686"/>
            <a:ext cx="3394497" cy="32967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Simats Engineering | Chennai">
            <a:extLst>
              <a:ext uri="{FF2B5EF4-FFF2-40B4-BE49-F238E27FC236}">
                <a16:creationId xmlns:a16="http://schemas.microsoft.com/office/drawing/2014/main" id="{DFBC3F64-F8BB-8587-0080-1D9B93E5D5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75" b="38421"/>
          <a:stretch>
            <a:fillRect/>
          </a:stretch>
        </p:blipFill>
        <p:spPr bwMode="auto">
          <a:xfrm>
            <a:off x="0" y="-44463"/>
            <a:ext cx="2708585" cy="69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C6C66F-D7AC-58A4-BEA1-1F0582480DDE}"/>
              </a:ext>
            </a:extLst>
          </p:cNvPr>
          <p:cNvSpPr txBox="1">
            <a:spLocks/>
          </p:cNvSpPr>
          <p:nvPr/>
        </p:nvSpPr>
        <p:spPr>
          <a:xfrm>
            <a:off x="4649096" y="168369"/>
            <a:ext cx="13321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37D5FE-740C-46F5-801A-FA5477D9711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Picture 9" descr="Saveetha College of Physiotherapy - SCPT (@SCPTOfficialPage) • Facebook">
            <a:extLst>
              <a:ext uri="{FF2B5EF4-FFF2-40B4-BE49-F238E27FC236}">
                <a16:creationId xmlns:a16="http://schemas.microsoft.com/office/drawing/2014/main" id="{48651B55-018E-3616-977D-01D3F22024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71" b="25531"/>
          <a:stretch>
            <a:fillRect/>
          </a:stretch>
        </p:blipFill>
        <p:spPr bwMode="auto">
          <a:xfrm>
            <a:off x="6844064" y="0"/>
            <a:ext cx="2299936" cy="64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803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3BB902-8255-EA9E-6393-3C1368CC2A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4224" y="937419"/>
            <a:ext cx="7532192" cy="350653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55059" y="1676979"/>
            <a:ext cx="1332156" cy="273844"/>
          </a:xfrm>
        </p:spPr>
        <p:txBody>
          <a:bodyPr/>
          <a:lstStyle/>
          <a:p>
            <a:fld id="{8B37D5FE-740C-46F5-801A-FA5477D9711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 descr="Simats Engineering | Chennai">
            <a:extLst>
              <a:ext uri="{FF2B5EF4-FFF2-40B4-BE49-F238E27FC236}">
                <a16:creationId xmlns:a16="http://schemas.microsoft.com/office/drawing/2014/main" id="{9F80A9C1-F49E-6359-C5B5-A9491613B6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75" b="38421"/>
          <a:stretch>
            <a:fillRect/>
          </a:stretch>
        </p:blipFill>
        <p:spPr bwMode="auto">
          <a:xfrm>
            <a:off x="0" y="-44463"/>
            <a:ext cx="2708585" cy="69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F3C69DA-C0F9-1388-47F9-BFE5AA317B17}"/>
              </a:ext>
            </a:extLst>
          </p:cNvPr>
          <p:cNvSpPr txBox="1">
            <a:spLocks/>
          </p:cNvSpPr>
          <p:nvPr/>
        </p:nvSpPr>
        <p:spPr>
          <a:xfrm>
            <a:off x="4649096" y="168369"/>
            <a:ext cx="13321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37D5FE-740C-46F5-801A-FA5477D9711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" name="Picture 9" descr="Saveetha College of Physiotherapy - SCPT (@SCPTOfficialPage) • Facebook">
            <a:extLst>
              <a:ext uri="{FF2B5EF4-FFF2-40B4-BE49-F238E27FC236}">
                <a16:creationId xmlns:a16="http://schemas.microsoft.com/office/drawing/2014/main" id="{48651B55-018E-3616-977D-01D3F22024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71" b="25531"/>
          <a:stretch>
            <a:fillRect/>
          </a:stretch>
        </p:blipFill>
        <p:spPr bwMode="auto">
          <a:xfrm>
            <a:off x="6844064" y="0"/>
            <a:ext cx="2299936" cy="64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3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7784" y="627534"/>
            <a:ext cx="3456384" cy="64807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rmAutofit fontScale="90000"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Services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859" y="1488508"/>
            <a:ext cx="7849565" cy="3099466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SaaS: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Maps application used by the customer.</a:t>
            </a:r>
          </a:p>
          <a:p>
            <a:pPr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PaaS: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to develop and deploy AI features. </a:t>
            </a:r>
          </a:p>
          <a:p>
            <a:pPr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IaaS: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servers that process maps and route requests.</a:t>
            </a:r>
          </a:p>
          <a:p>
            <a:pPr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DBaaS: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user profiles, saved places, and travel history</a:t>
            </a:r>
          </a:p>
          <a:p>
            <a:pPr marL="68580" indent="0" algn="just">
              <a:buClr>
                <a:schemeClr val="tx1"/>
              </a:buClr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" indent="0" algn="just">
              <a:buClr>
                <a:schemeClr val="tx1"/>
              </a:buCl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smarter navigation                        .Real-time traffic and weather updates </a:t>
            </a:r>
          </a:p>
          <a:p>
            <a:pPr marL="68580" indent="0" algn="just">
              <a:buClr>
                <a:schemeClr val="tx1"/>
              </a:buCl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Multi-device synchronization                         AI-based route recommendations</a:t>
            </a:r>
          </a:p>
          <a:p>
            <a:pPr marL="68580" indent="0" algn="just">
              <a:buClr>
                <a:schemeClr val="tx1"/>
              </a:buCl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travel time and cost                       Personalized travel planning </a:t>
            </a:r>
          </a:p>
          <a:p>
            <a:pPr marL="68580" indent="0" algn="just">
              <a:buClr>
                <a:schemeClr val="tx1"/>
              </a:buCl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data backup and recovery            Improved user safety </a:t>
            </a:r>
          </a:p>
          <a:p>
            <a:pPr marL="68580" indent="0" algn="just">
              <a:buClr>
                <a:schemeClr val="tx1"/>
              </a:buCl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scalability and reliability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 descr="Simats Engineering | Chennai">
            <a:extLst>
              <a:ext uri="{FF2B5EF4-FFF2-40B4-BE49-F238E27FC236}">
                <a16:creationId xmlns:a16="http://schemas.microsoft.com/office/drawing/2014/main" id="{D0325BF9-BC20-3E1C-4454-E1FBFC6DF8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75" b="38421"/>
          <a:stretch>
            <a:fillRect/>
          </a:stretch>
        </p:blipFill>
        <p:spPr bwMode="auto">
          <a:xfrm>
            <a:off x="0" y="-44463"/>
            <a:ext cx="2708585" cy="69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aveetha College of Physiotherapy - SCPT (@SCPTOfficialPage) • Facebook">
            <a:extLst>
              <a:ext uri="{FF2B5EF4-FFF2-40B4-BE49-F238E27FC236}">
                <a16:creationId xmlns:a16="http://schemas.microsoft.com/office/drawing/2014/main" id="{48651B55-018E-3616-977D-01D3F22024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71" b="25531"/>
          <a:stretch>
            <a:fillRect/>
          </a:stretch>
        </p:blipFill>
        <p:spPr bwMode="auto">
          <a:xfrm>
            <a:off x="6844064" y="0"/>
            <a:ext cx="2299936" cy="64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699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6141" y="595086"/>
            <a:ext cx="3210615" cy="5132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FUTURE SCOPE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405" y="1203598"/>
            <a:ext cx="7974043" cy="3600400"/>
          </a:xfrm>
        </p:spPr>
        <p:txBody>
          <a:bodyPr>
            <a:noAutofit/>
          </a:bodyPr>
          <a:lstStyle/>
          <a:p>
            <a:pPr marL="68580" indent="0" algn="just">
              <a:buClr>
                <a:schemeClr val="tx1"/>
              </a:buCl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Smarter	AI Services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cloud platforms will provide more advanced AI and ML services with higher accuracy and faster decision-making. </a:t>
            </a:r>
          </a:p>
          <a:p>
            <a:pPr marL="68580" indent="0" algn="just">
              <a:buClr>
                <a:schemeClr val="tx1"/>
              </a:buCl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AI and IoT Integration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will work together with Edge Computing and IoT devices to enable real-time data processing and intelligent automation.</a:t>
            </a:r>
          </a:p>
          <a:p>
            <a:pPr marL="68580" indent="0" algn="just">
              <a:buClr>
                <a:schemeClr val="tx1"/>
              </a:buClr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Security and Privacy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cloud platforms will use AI-based cybersecurity, encryption, and privacy techniques to protect sensitive data. </a:t>
            </a:r>
          </a:p>
          <a:p>
            <a:pPr marL="68580" indent="0" algn="just">
              <a:buClr>
                <a:schemeClr val="tx1"/>
              </a:buCl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Wider Industry Adoption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cloud platforms will be widely adopted in healthcare, finance, education, agriculture, manufacturing, and smart cities to improve efficiency and innovation</a:t>
            </a:r>
            <a:endParaRPr lang="en-US" sz="18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6" name="Picture 5" descr="Simats Engineering | Chennai">
            <a:extLst>
              <a:ext uri="{FF2B5EF4-FFF2-40B4-BE49-F238E27FC236}">
                <a16:creationId xmlns:a16="http://schemas.microsoft.com/office/drawing/2014/main" id="{C8B508CB-3830-F015-3728-FBA0E99552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75" b="38421"/>
          <a:stretch>
            <a:fillRect/>
          </a:stretch>
        </p:blipFill>
        <p:spPr bwMode="auto">
          <a:xfrm>
            <a:off x="0" y="-44463"/>
            <a:ext cx="2708585" cy="69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F5FF15D-54CD-9DE6-558A-4198E1CC2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49096" y="168369"/>
            <a:ext cx="1332156" cy="273844"/>
          </a:xfrm>
        </p:spPr>
        <p:txBody>
          <a:bodyPr/>
          <a:lstStyle/>
          <a:p>
            <a:fld id="{8B37D5FE-740C-46F5-801A-FA5477D9711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 descr="Saveetha College of Physiotherapy - SCPT (@SCPTOfficialPage) • Facebook">
            <a:extLst>
              <a:ext uri="{FF2B5EF4-FFF2-40B4-BE49-F238E27FC236}">
                <a16:creationId xmlns:a16="http://schemas.microsoft.com/office/drawing/2014/main" id="{48651B55-018E-3616-977D-01D3F22024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71" b="25531"/>
          <a:stretch>
            <a:fillRect/>
          </a:stretch>
        </p:blipFill>
        <p:spPr bwMode="auto">
          <a:xfrm>
            <a:off x="6844064" y="0"/>
            <a:ext cx="2299936" cy="64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414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3848" y="546382"/>
            <a:ext cx="3002908" cy="5132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9" y="1275606"/>
            <a:ext cx="7776863" cy="3384376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  <a:buFont typeface="Arial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 Learning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combined with cloud computing, enable intelligent, scalable, and cost-effective solutions. </a:t>
            </a:r>
          </a:p>
          <a:p>
            <a:pPr algn="just">
              <a:buClr>
                <a:schemeClr val="tx1"/>
              </a:buClr>
              <a:buFont typeface="Arial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simplify the development, deployment, and management of AI applications by providing powerful computing resources. </a:t>
            </a:r>
          </a:p>
          <a:p>
            <a:pPr algn="just">
              <a:buClr>
                <a:schemeClr val="tx1"/>
              </a:buClr>
              <a:buFont typeface="Arial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cloud services are transforming industries such as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healthcare, finance, education, retail, and manufacturing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automation and data-driven decision-making. </a:t>
            </a:r>
          </a:p>
          <a:p>
            <a:pPr algn="just">
              <a:buClr>
                <a:schemeClr val="tx1"/>
              </a:buClr>
              <a:buFont typeface="Arial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AI and cloud technologies continue to evolve, they will play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role in driving innovation, digital transformation, and the future of smart computing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6" name="Picture 5" descr="Simats Engineering | Chennai">
            <a:extLst>
              <a:ext uri="{FF2B5EF4-FFF2-40B4-BE49-F238E27FC236}">
                <a16:creationId xmlns:a16="http://schemas.microsoft.com/office/drawing/2014/main" id="{D4507B0D-F797-A50F-24B9-DB7730FEF8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75" b="38421"/>
          <a:stretch>
            <a:fillRect/>
          </a:stretch>
        </p:blipFill>
        <p:spPr bwMode="auto">
          <a:xfrm>
            <a:off x="0" y="-44463"/>
            <a:ext cx="2708585" cy="69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FC81957-F4D3-6A3B-1042-3868C25B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49096" y="168369"/>
            <a:ext cx="1332156" cy="273844"/>
          </a:xfrm>
        </p:spPr>
        <p:txBody>
          <a:bodyPr/>
          <a:lstStyle/>
          <a:p>
            <a:fld id="{8B37D5FE-740C-46F5-801A-FA5477D9711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Picture 8" descr="Saveetha College of Physiotherapy - SCPT (@SCPTOfficialPage) • Facebook">
            <a:extLst>
              <a:ext uri="{FF2B5EF4-FFF2-40B4-BE49-F238E27FC236}">
                <a16:creationId xmlns:a16="http://schemas.microsoft.com/office/drawing/2014/main" id="{48651B55-018E-3616-977D-01D3F22024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71" b="25531"/>
          <a:stretch>
            <a:fillRect/>
          </a:stretch>
        </p:blipFill>
        <p:spPr bwMode="auto">
          <a:xfrm>
            <a:off x="6844064" y="0"/>
            <a:ext cx="2299936" cy="64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3217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3BA30-7D40-720A-0E92-B60845C2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C0E5D9-6FB3-AAF6-6D6B-65AC47FE6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12" y="548242"/>
            <a:ext cx="8309258" cy="4338683"/>
          </a:xfrm>
          <a:prstGeom prst="rect">
            <a:avLst/>
          </a:prstGeom>
        </p:spPr>
      </p:pic>
      <p:pic>
        <p:nvPicPr>
          <p:cNvPr id="3" name="Picture 2" descr="Simats Engineering | Chennai">
            <a:extLst>
              <a:ext uri="{FF2B5EF4-FFF2-40B4-BE49-F238E27FC236}">
                <a16:creationId xmlns:a16="http://schemas.microsoft.com/office/drawing/2014/main" id="{55F71D79-6955-5299-83E1-926BC4A6E8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75" b="38421"/>
          <a:stretch>
            <a:fillRect/>
          </a:stretch>
        </p:blipFill>
        <p:spPr bwMode="auto">
          <a:xfrm>
            <a:off x="0" y="-44463"/>
            <a:ext cx="2708585" cy="69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Saveetha College of Physiotherapy - SCPT (@SCPTOfficialPage) • Facebook">
            <a:extLst>
              <a:ext uri="{FF2B5EF4-FFF2-40B4-BE49-F238E27FC236}">
                <a16:creationId xmlns:a16="http://schemas.microsoft.com/office/drawing/2014/main" id="{48651B55-018E-3616-977D-01D3F22024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71" b="25531"/>
          <a:stretch>
            <a:fillRect/>
          </a:stretch>
        </p:blipFill>
        <p:spPr bwMode="auto">
          <a:xfrm>
            <a:off x="6844064" y="0"/>
            <a:ext cx="2299936" cy="64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99777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FFFFFF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3829</TotalTime>
  <Words>580</Words>
  <Application>Microsoft Office PowerPoint</Application>
  <PresentationFormat>On-screen Show (16:9)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Times New Roman</vt:lpstr>
      <vt:lpstr>Wingdings</vt:lpstr>
      <vt:lpstr>Wingdings 2</vt:lpstr>
      <vt:lpstr>Austin</vt:lpstr>
      <vt:lpstr>PowerPoint Presentation</vt:lpstr>
      <vt:lpstr>                        AGENDA</vt:lpstr>
      <vt:lpstr>INTRODUCTION</vt:lpstr>
      <vt:lpstr>PROBLEM STATEMENT</vt:lpstr>
      <vt:lpstr>OBJECTIVE</vt:lpstr>
      <vt:lpstr>PowerPoint Presentation</vt:lpstr>
      <vt:lpstr>Cloud Computing Services Used</vt:lpstr>
      <vt:lpstr>FUTURE SCOPE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Home</dc:creator>
  <cp:lastModifiedBy>talari vishnuvardhan</cp:lastModifiedBy>
  <cp:revision>132</cp:revision>
  <dcterms:created xsi:type="dcterms:W3CDTF">2025-11-03T12:05:20Z</dcterms:created>
  <dcterms:modified xsi:type="dcterms:W3CDTF">2026-07-22T03:41:51Z</dcterms:modified>
</cp:coreProperties>
</file>